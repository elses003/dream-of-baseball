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6" autoAdjust="0"/>
    <p:restoredTop sz="94660"/>
  </p:normalViewPr>
  <p:slideViewPr>
    <p:cSldViewPr snapToGrid="0">
      <p:cViewPr varScale="1">
        <p:scale>
          <a:sx n="74" d="100"/>
          <a:sy n="74" d="100"/>
        </p:scale>
        <p:origin x="85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65989A-C17E-4F92-8358-130B678B9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CBFE7E5-9C04-4C43-9BF0-B5E97E0388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FF4C23-03CF-495F-B00B-0329AA804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15F92-7A0D-4987-8DB2-C049D214536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64F493-0A8A-483A-B9B1-6EEFC1D14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4BC5DA-9D0C-4DFE-82A1-7D47CA382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26ED-6AD3-4735-8972-2ECDEDD95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6989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4ECAA3-566D-4E77-A32B-19183F777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1FFF7B-F8C3-4610-8112-4DFAD9CD4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5413AD-9A44-46B5-9793-322D34B5B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15F92-7A0D-4987-8DB2-C049D214536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92A930-D878-4EB3-BBFC-85766E3F8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ED4A9B-10E6-4415-81F8-F93050A55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26ED-6AD3-4735-8972-2ECDEDD95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287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1E14E5-EF69-40B9-B926-11A0ADF5C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9C04EBF-7380-4F6D-8988-2B17754DE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6303C3-843B-4121-9D4D-04880CC2F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15F92-7A0D-4987-8DB2-C049D214536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A8DCA4-C330-4731-81A0-D249533BE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193A665-7EDE-4696-953C-909170533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26ED-6AD3-4735-8972-2ECDEDD95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5247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D768F6-49C8-41B7-A2BE-8C5CD2333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19557C-D1A3-4607-A201-A02198E0A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1B59D44-4C99-4575-B2EA-96911E476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702BB6-5FA1-479D-9C7F-F15A08183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15F92-7A0D-4987-8DB2-C049D214536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3C372F0-73AA-4271-9236-7BF8E645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47B5CD1-580A-460E-8AA9-CEA91D4C8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26ED-6AD3-4735-8972-2ECDEDD95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5212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A7D316-9485-4EB7-9CB6-7C71C9BB1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B75F412-FA56-455D-B342-0A40D173B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55D1C7D-8ABA-4E55-809D-EBD396C36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0058462-7982-453E-A8F7-F8733A635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84C5D22-CD20-4248-8ABC-921AFDAD02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EF56D88-37A3-41DC-BAD6-D6CD9A1BA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15F92-7A0D-4987-8DB2-C049D214536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DB84638-86F4-4531-9A96-F7388B549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251B0DE-30D3-4367-A526-0680F461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26ED-6AD3-4735-8972-2ECDEDD95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4906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E26E1F-8C70-4D42-9178-D8EB4935F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C57C446-7E94-480B-9EC0-CEC03FFB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15F92-7A0D-4987-8DB2-C049D214536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CBB4FEE-3ED3-4BCA-B4D4-C9BAB29C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6207A48-3847-482D-A525-0DAF3E1A5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26ED-6AD3-4735-8972-2ECDEDD95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9333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0153329-6330-4B32-9879-6FE8B82F7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15F92-7A0D-4987-8DB2-C049D214536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7B4C0BB-6BB0-4DD0-9D07-4731F0691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3E9398-50BC-4E8F-A394-BBDD99C86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26ED-6AD3-4735-8972-2ECDEDD95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6427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F82B48-95B0-461D-8693-2837A3E3E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5B02C3-46A0-4547-9FD3-B3461ECC3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E141160-2E8D-4C87-9375-BF4F3FF21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2889F76-15D9-4408-B6CA-8707B237A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15F92-7A0D-4987-8DB2-C049D214536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3E703C7-C392-475F-B72F-B4A3B02FF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705E513-3734-4DDC-A9BC-B4DC8543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26ED-6AD3-4735-8972-2ECDEDD95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5539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830F43-E80A-4791-AFAE-F25DEBC0A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CB484D3-0974-4E29-B17B-8CCBBBF92C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E1DD892-5B99-477C-891E-19F0EA0DC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380015-CF6E-4496-98CF-98A874BE2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15F92-7A0D-4987-8DB2-C049D214536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30A4771-7C1E-401B-8745-3C472DCD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325A05-FE19-439D-94D4-95672985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26ED-6AD3-4735-8972-2ECDEDD95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5787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30F9A8-F897-4DC5-9F68-6CC58DF4B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8D97A74-9877-4169-A20E-4F7C5CC3B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EE922C-B4AE-43CE-BCCF-0E3044E46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15F92-7A0D-4987-8DB2-C049D214536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7AC059-902D-4C80-BDFE-0C699D6B5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67C576-ABCA-424F-8797-FDBEDAC7B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26ED-6AD3-4735-8972-2ECDEDD95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0235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758B3F7-9E75-4098-B32F-3404899CDD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BE3575D-C985-4D08-BD52-8A9A79A65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551230-332C-46EB-BF6D-BCC4BD47B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15F92-7A0D-4987-8DB2-C049D214536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E0A861-FC55-4C6B-B657-14BF9AD1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7E3E2B-824D-4E6A-924A-8B177F93A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26ED-6AD3-4735-8972-2ECDEDD95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2758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76EB632-7668-47A1-B54E-68B84FB6C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B771E73-EE01-47AE-9E69-63D837393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D5556A-7D2A-4051-A215-984768C06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15F92-7A0D-4987-8DB2-C049D214536A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973746-9321-4231-B06F-7FE133BE2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5BB4F4-F68E-4775-ACAF-840B1691A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126ED-6AD3-4735-8972-2ECDEDD95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5928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1A04CE-DB41-4C6B-8A5D-0FE40112EE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6633710-F687-4F98-B0C7-1D3D46B6A4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842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A83287E-B8BF-4D85-846B-8C0A133F1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80" y="412124"/>
            <a:ext cx="8607701" cy="371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818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711A747-4DEE-4E0B-A9C6-19EC784B2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95493" cy="509716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878FB7A-F6EA-46E2-801B-98AFBBAA3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696" y="57954"/>
            <a:ext cx="5919947" cy="503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279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9EF70CE9-A2A5-42AE-8E28-326FA8709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0826"/>
            <a:ext cx="12192000" cy="426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08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8784A44-9CBE-4895-99B3-322E1B0E6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15" y="267281"/>
            <a:ext cx="5816825" cy="4897147"/>
          </a:xfrm>
        </p:spPr>
      </p:pic>
    </p:spTree>
    <p:extLst>
      <p:ext uri="{BB962C8B-B14F-4D97-AF65-F5344CB8AC3E}">
        <p14:creationId xmlns:p14="http://schemas.microsoft.com/office/powerpoint/2010/main" val="788084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寬螢幕</PresentationFormat>
  <Paragraphs>0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OB B</dc:creator>
  <cp:lastModifiedBy>OB B</cp:lastModifiedBy>
  <cp:revision>3</cp:revision>
  <dcterms:created xsi:type="dcterms:W3CDTF">2026-05-21T05:20:51Z</dcterms:created>
  <dcterms:modified xsi:type="dcterms:W3CDTF">2026-05-21T05:37:48Z</dcterms:modified>
</cp:coreProperties>
</file>